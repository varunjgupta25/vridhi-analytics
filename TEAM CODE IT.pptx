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gupta" userId="ec385bb59a2d2b3d" providerId="LiveId" clId="{81A6CC00-7929-4CAF-9502-1099DCC7BBFA}"/>
    <pc:docChg chg="undo custSel modSld">
      <pc:chgData name="varun gupta" userId="ec385bb59a2d2b3d" providerId="LiveId" clId="{81A6CC00-7929-4CAF-9502-1099DCC7BBFA}" dt="2026-09-04T04:57:13.379" v="323" actId="700"/>
      <pc:docMkLst>
        <pc:docMk/>
      </pc:docMkLst>
      <pc:sldChg chg="modSp mod">
        <pc:chgData name="varun gupta" userId="ec385bb59a2d2b3d" providerId="LiveId" clId="{81A6CC00-7929-4CAF-9502-1099DCC7BBFA}" dt="2026-09-04T04:48:31.566" v="314" actId="6549"/>
        <pc:sldMkLst>
          <pc:docMk/>
          <pc:sldMk cId="0" sldId="256"/>
        </pc:sldMkLst>
        <pc:spChg chg="mod">
          <ac:chgData name="varun gupta" userId="ec385bb59a2d2b3d" providerId="LiveId" clId="{81A6CC00-7929-4CAF-9502-1099DCC7BBFA}" dt="2026-09-04T04:48:31.566" v="314" actId="6549"/>
          <ac:spMkLst>
            <pc:docMk/>
            <pc:sldMk cId="0" sldId="256"/>
            <ac:spMk id="7" creationId="{00000000-0000-0000-0000-000000000000}"/>
          </ac:spMkLst>
        </pc:spChg>
        <pc:spChg chg="mod">
          <ac:chgData name="varun gupta" userId="ec385bb59a2d2b3d" providerId="LiveId" clId="{81A6CC00-7929-4CAF-9502-1099DCC7BBFA}" dt="2026-09-01T18:20:41.591" v="103" actId="1035"/>
          <ac:spMkLst>
            <pc:docMk/>
            <pc:sldMk cId="0" sldId="256"/>
            <ac:spMk id="9" creationId="{00000000-0000-0000-0000-000000000000}"/>
          </ac:spMkLst>
        </pc:spChg>
        <pc:spChg chg="mod">
          <ac:chgData name="varun gupta" userId="ec385bb59a2d2b3d" providerId="LiveId" clId="{81A6CC00-7929-4CAF-9502-1099DCC7BBFA}" dt="2026-08-31T08:24:47.813" v="63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varun gupta" userId="ec385bb59a2d2b3d" providerId="LiveId" clId="{81A6CC00-7929-4CAF-9502-1099DCC7BBFA}" dt="2026-08-31T08:23:18.801" v="8" actId="1036"/>
          <ac:spMkLst>
            <pc:docMk/>
            <pc:sldMk cId="0" sldId="256"/>
            <ac:spMk id="11" creationId="{00000000-0000-0000-0000-000000000000}"/>
          </ac:spMkLst>
        </pc:spChg>
      </pc:sldChg>
      <pc:sldChg chg="delSp modSp mod chgLayout">
        <pc:chgData name="varun gupta" userId="ec385bb59a2d2b3d" providerId="LiveId" clId="{81A6CC00-7929-4CAF-9502-1099DCC7BBFA}" dt="2026-09-04T04:57:13.379" v="323" actId="700"/>
        <pc:sldMkLst>
          <pc:docMk/>
          <pc:sldMk cId="0" sldId="257"/>
        </pc:sldMkLst>
        <pc:spChg chg="mod">
          <ac:chgData name="varun gupta" userId="ec385bb59a2d2b3d" providerId="LiveId" clId="{81A6CC00-7929-4CAF-9502-1099DCC7BBFA}" dt="2026-09-04T04:48:52.730" v="317" actId="6549"/>
          <ac:spMkLst>
            <pc:docMk/>
            <pc:sldMk cId="0" sldId="257"/>
            <ac:spMk id="2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8:46.314" v="315" actId="478"/>
          <ac:spMkLst>
            <pc:docMk/>
            <pc:sldMk cId="0" sldId="257"/>
            <ac:spMk id="4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8:46.314" v="315" actId="478"/>
          <ac:spMkLst>
            <pc:docMk/>
            <pc:sldMk cId="0" sldId="257"/>
            <ac:spMk id="7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8:46.314" v="315" actId="478"/>
          <ac:spMkLst>
            <pc:docMk/>
            <pc:sldMk cId="0" sldId="257"/>
            <ac:spMk id="8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8:46.314" v="315" actId="478"/>
          <ac:spMkLst>
            <pc:docMk/>
            <pc:sldMk cId="0" sldId="257"/>
            <ac:spMk id="9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8:46.314" v="315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8:46.314" v="315" actId="478"/>
          <ac:spMkLst>
            <pc:docMk/>
            <pc:sldMk cId="0" sldId="257"/>
            <ac:spMk id="11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8:46.314" v="315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8:46.314" v="315" actId="478"/>
          <ac:spMkLst>
            <pc:docMk/>
            <pc:sldMk cId="0" sldId="257"/>
            <ac:spMk id="15" creationId="{00000000-0000-0000-0000-000000000000}"/>
          </ac:spMkLst>
        </pc:spChg>
        <pc:spChg chg="del mod">
          <ac:chgData name="varun gupta" userId="ec385bb59a2d2b3d" providerId="LiveId" clId="{81A6CC00-7929-4CAF-9502-1099DCC7BBFA}" dt="2026-09-04T04:48:46.314" v="315" actId="478"/>
          <ac:spMkLst>
            <pc:docMk/>
            <pc:sldMk cId="0" sldId="257"/>
            <ac:spMk id="18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8:46.314" v="315" actId="478"/>
          <ac:spMkLst>
            <pc:docMk/>
            <pc:sldMk cId="0" sldId="257"/>
            <ac:spMk id="20" creationId="{00000000-0000-0000-0000-000000000000}"/>
          </ac:spMkLst>
        </pc:spChg>
      </pc:sldChg>
      <pc:sldChg chg="delSp modSp mod">
        <pc:chgData name="varun gupta" userId="ec385bb59a2d2b3d" providerId="LiveId" clId="{81A6CC00-7929-4CAF-9502-1099DCC7BBFA}" dt="2026-09-04T04:49:51.611" v="318" actId="478"/>
        <pc:sldMkLst>
          <pc:docMk/>
          <pc:sldMk cId="0" sldId="258"/>
        </pc:sldMkLst>
        <pc:spChg chg="del">
          <ac:chgData name="varun gupta" userId="ec385bb59a2d2b3d" providerId="LiveId" clId="{81A6CC00-7929-4CAF-9502-1099DCC7BBFA}" dt="2026-09-04T04:49:51.611" v="318" actId="478"/>
          <ac:spMkLst>
            <pc:docMk/>
            <pc:sldMk cId="0" sldId="258"/>
            <ac:spMk id="5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9:51.611" v="318" actId="478"/>
          <ac:spMkLst>
            <pc:docMk/>
            <pc:sldMk cId="0" sldId="258"/>
            <ac:spMk id="6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9:51.611" v="318" actId="478"/>
          <ac:spMkLst>
            <pc:docMk/>
            <pc:sldMk cId="0" sldId="258"/>
            <ac:spMk id="8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9:51.611" v="318" actId="478"/>
          <ac:spMkLst>
            <pc:docMk/>
            <pc:sldMk cId="0" sldId="258"/>
            <ac:spMk id="11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9:51.611" v="318" actId="478"/>
          <ac:spMkLst>
            <pc:docMk/>
            <pc:sldMk cId="0" sldId="258"/>
            <ac:spMk id="12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9:51.611" v="318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9:51.611" v="318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9:51.611" v="318" actId="478"/>
          <ac:spMkLst>
            <pc:docMk/>
            <pc:sldMk cId="0" sldId="258"/>
            <ac:spMk id="18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9:51.611" v="318" actId="478"/>
          <ac:spMkLst>
            <pc:docMk/>
            <pc:sldMk cId="0" sldId="258"/>
            <ac:spMk id="23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49:51.611" v="318" actId="478"/>
          <ac:spMkLst>
            <pc:docMk/>
            <pc:sldMk cId="0" sldId="258"/>
            <ac:spMk id="27" creationId="{00000000-0000-0000-0000-000000000000}"/>
          </ac:spMkLst>
        </pc:spChg>
      </pc:sldChg>
      <pc:sldChg chg="delSp modSp mod">
        <pc:chgData name="varun gupta" userId="ec385bb59a2d2b3d" providerId="LiveId" clId="{81A6CC00-7929-4CAF-9502-1099DCC7BBFA}" dt="2026-09-04T04:51:21.348" v="319" actId="478"/>
        <pc:sldMkLst>
          <pc:docMk/>
          <pc:sldMk cId="0" sldId="259"/>
        </pc:sldMkLst>
        <pc:spChg chg="del">
          <ac:chgData name="varun gupta" userId="ec385bb59a2d2b3d" providerId="LiveId" clId="{81A6CC00-7929-4CAF-9502-1099DCC7BBFA}" dt="2026-09-04T04:51:21.348" v="319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51:21.348" v="319" actId="478"/>
          <ac:spMkLst>
            <pc:docMk/>
            <pc:sldMk cId="0" sldId="259"/>
            <ac:spMk id="5" creationId="{00000000-0000-0000-0000-000000000000}"/>
          </ac:spMkLst>
        </pc:spChg>
        <pc:spChg chg="del mod">
          <ac:chgData name="varun gupta" userId="ec385bb59a2d2b3d" providerId="LiveId" clId="{81A6CC00-7929-4CAF-9502-1099DCC7BBFA}" dt="2026-09-04T04:51:21.348" v="319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51:21.348" v="319" actId="478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varun gupta" userId="ec385bb59a2d2b3d" providerId="LiveId" clId="{81A6CC00-7929-4CAF-9502-1099DCC7BBFA}" dt="2026-09-04T04:51:21.348" v="319" actId="478"/>
          <ac:spMkLst>
            <pc:docMk/>
            <pc:sldMk cId="0" sldId="259"/>
            <ac:spMk id="15" creationId="{00000000-0000-0000-0000-000000000000}"/>
          </ac:spMkLst>
        </pc:spChg>
        <pc:spChg chg="del mod">
          <ac:chgData name="varun gupta" userId="ec385bb59a2d2b3d" providerId="LiveId" clId="{81A6CC00-7929-4CAF-9502-1099DCC7BBFA}" dt="2026-09-04T04:51:21.348" v="319" actId="478"/>
          <ac:spMkLst>
            <pc:docMk/>
            <pc:sldMk cId="0" sldId="259"/>
            <ac:spMk id="18" creationId="{00000000-0000-0000-0000-000000000000}"/>
          </ac:spMkLst>
        </pc:spChg>
        <pc:spChg chg="del mod">
          <ac:chgData name="varun gupta" userId="ec385bb59a2d2b3d" providerId="LiveId" clId="{81A6CC00-7929-4CAF-9502-1099DCC7BBFA}" dt="2026-09-04T04:51:21.348" v="319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51:21.348" v="319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51:21.348" v="319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51:21.348" v="319" actId="478"/>
          <ac:spMkLst>
            <pc:docMk/>
            <pc:sldMk cId="0" sldId="259"/>
            <ac:spMk id="24" creationId="{00000000-0000-0000-0000-000000000000}"/>
          </ac:spMkLst>
        </pc:spChg>
      </pc:sldChg>
      <pc:sldChg chg="delSp modSp mod">
        <pc:chgData name="varun gupta" userId="ec385bb59a2d2b3d" providerId="LiveId" clId="{81A6CC00-7929-4CAF-9502-1099DCC7BBFA}" dt="2026-09-04T04:51:25.778" v="320" actId="478"/>
        <pc:sldMkLst>
          <pc:docMk/>
          <pc:sldMk cId="0" sldId="260"/>
        </pc:sldMkLst>
        <pc:spChg chg="del mod">
          <ac:chgData name="varun gupta" userId="ec385bb59a2d2b3d" providerId="LiveId" clId="{81A6CC00-7929-4CAF-9502-1099DCC7BBFA}" dt="2026-09-04T04:51:25.778" v="320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51:25.778" v="320" actId="478"/>
          <ac:spMkLst>
            <pc:docMk/>
            <pc:sldMk cId="0" sldId="260"/>
            <ac:spMk id="11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51:25.778" v="320" actId="478"/>
          <ac:spMkLst>
            <pc:docMk/>
            <pc:sldMk cId="0" sldId="260"/>
            <ac:spMk id="12" creationId="{00000000-0000-0000-0000-000000000000}"/>
          </ac:spMkLst>
        </pc:spChg>
        <pc:spChg chg="del mod">
          <ac:chgData name="varun gupta" userId="ec385bb59a2d2b3d" providerId="LiveId" clId="{81A6CC00-7929-4CAF-9502-1099DCC7BBFA}" dt="2026-09-04T04:51:25.778" v="320" actId="478"/>
          <ac:spMkLst>
            <pc:docMk/>
            <pc:sldMk cId="0" sldId="260"/>
            <ac:spMk id="16" creationId="{00000000-0000-0000-0000-000000000000}"/>
          </ac:spMkLst>
        </pc:spChg>
        <pc:spChg chg="del mod">
          <ac:chgData name="varun gupta" userId="ec385bb59a2d2b3d" providerId="LiveId" clId="{81A6CC00-7929-4CAF-9502-1099DCC7BBFA}" dt="2026-09-04T04:51:25.778" v="320" actId="478"/>
          <ac:spMkLst>
            <pc:docMk/>
            <pc:sldMk cId="0" sldId="260"/>
            <ac:spMk id="17" creationId="{00000000-0000-0000-0000-000000000000}"/>
          </ac:spMkLst>
        </pc:spChg>
        <pc:spChg chg="del mod">
          <ac:chgData name="varun gupta" userId="ec385bb59a2d2b3d" providerId="LiveId" clId="{81A6CC00-7929-4CAF-9502-1099DCC7BBFA}" dt="2026-09-04T04:51:25.778" v="320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51:25.778" v="320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51:25.778" v="320" actId="47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51:25.778" v="320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varun gupta" userId="ec385bb59a2d2b3d" providerId="LiveId" clId="{81A6CC00-7929-4CAF-9502-1099DCC7BBFA}" dt="2026-09-04T04:51:25.778" v="320" actId="478"/>
          <ac:spMkLst>
            <pc:docMk/>
            <pc:sldMk cId="0" sldId="260"/>
            <ac:spMk id="2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B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field"/>
          <p:cNvSpPr>
            <a:spLocks noGrp="1"/>
          </p:cNvSpPr>
          <p:nvPr/>
        </p:nvSpPr>
        <p:spPr>
          <a:xfrm>
            <a:off x="7524750" y="0"/>
            <a:ext cx="4667250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kicker"/>
          <p:cNvSpPr>
            <a:spLocks noGrp="1"/>
          </p:cNvSpPr>
          <p:nvPr/>
        </p:nvSpPr>
        <p:spPr>
          <a:xfrm>
            <a:off x="609600" y="666750"/>
            <a:ext cx="6286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00A878"/>
                </a:solidFill>
                <a:latin typeface="Aptos"/>
              </a:rPr>
              <a:t>RURAL FINTECH  |  EXPLAINABLE AI</a:t>
            </a:r>
            <a:endParaRPr lang="en-IN"/>
          </a:p>
        </p:txBody>
      </p:sp>
      <p:sp>
        <p:nvSpPr>
          <p:cNvPr id="5" name="title"/>
          <p:cNvSpPr>
            <a:spLocks noGrp="1"/>
          </p:cNvSpPr>
          <p:nvPr/>
        </p:nvSpPr>
        <p:spPr>
          <a:xfrm>
            <a:off x="609600" y="1381125"/>
            <a:ext cx="5905500" cy="1190625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3500" b="1" dirty="0">
                <a:solidFill>
                  <a:srgbClr val="0B1F33"/>
                </a:solidFill>
                <a:latin typeface="Aptos"/>
              </a:rPr>
              <a:t>Vridhi</a:t>
            </a:r>
            <a:endParaRPr lang="en-IN"/>
          </a:p>
          <a:p>
            <a:pPr algn="l"/>
            <a:r>
              <a:rPr lang="en-IN" sz="3500" b="1" dirty="0">
                <a:solidFill>
                  <a:srgbClr val="0B1F33"/>
                </a:solidFill>
                <a:latin typeface="Aptos"/>
              </a:rPr>
              <a:t>Responsible rural credit intelligence</a:t>
            </a:r>
            <a:endParaRPr lang="en-IN"/>
          </a:p>
        </p:txBody>
      </p:sp>
      <p:sp>
        <p:nvSpPr>
          <p:cNvPr id="6" name="sub"/>
          <p:cNvSpPr>
            <a:spLocks noGrp="1"/>
          </p:cNvSpPr>
          <p:nvPr/>
        </p:nvSpPr>
        <p:spPr>
          <a:xfrm>
            <a:off x="609600" y="3095625"/>
            <a:ext cx="5619750" cy="4381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900" b="0" dirty="0">
                <a:solidFill>
                  <a:srgbClr val="405368"/>
                </a:solidFill>
                <a:latin typeface="Aptos"/>
              </a:rPr>
              <a:t>A consent-led decision-support prototype for lenders serving rural India.</a:t>
            </a:r>
            <a:endParaRPr lang="en-IN"/>
          </a:p>
        </p:txBody>
      </p:sp>
      <p:sp>
        <p:nvSpPr>
          <p:cNvPr id="7" name="team"/>
          <p:cNvSpPr>
            <a:spLocks noGrp="1"/>
          </p:cNvSpPr>
          <p:nvPr/>
        </p:nvSpPr>
        <p:spPr>
          <a:xfrm>
            <a:off x="609600" y="5219700"/>
            <a:ext cx="561975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endParaRPr lang="en-IN" dirty="0"/>
          </a:p>
        </p:txBody>
      </p:sp>
      <p:sp>
        <p:nvSpPr>
          <p:cNvPr id="8" name="orbit"/>
          <p:cNvSpPr>
            <a:spLocks noGrp="1"/>
          </p:cNvSpPr>
          <p:nvPr/>
        </p:nvSpPr>
        <p:spPr>
          <a:xfrm>
            <a:off x="8667750" y="1428750"/>
            <a:ext cx="2571750" cy="2571750"/>
          </a:xfrm>
          <a:prstGeom prst="ellipse">
            <a:avLst/>
          </a:prstGeom>
          <a:solidFill>
            <a:srgbClr val="173B4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core"/>
          <p:cNvSpPr>
            <a:spLocks noGrp="1"/>
          </p:cNvSpPr>
          <p:nvPr/>
        </p:nvSpPr>
        <p:spPr>
          <a:xfrm>
            <a:off x="9163051" y="1893329"/>
            <a:ext cx="1571624" cy="1540287"/>
          </a:xfrm>
          <a:prstGeom prst="ellipse">
            <a:avLst/>
          </a:prstGeom>
          <a:solidFill>
            <a:srgbClr val="00A87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core text"/>
          <p:cNvSpPr>
            <a:spLocks noGrp="1"/>
          </p:cNvSpPr>
          <p:nvPr/>
        </p:nvSpPr>
        <p:spPr>
          <a:xfrm>
            <a:off x="9393341" y="2505075"/>
            <a:ext cx="1062498" cy="3619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2000" b="1" dirty="0">
                <a:solidFill>
                  <a:srgbClr val="FFFFFF"/>
                </a:solidFill>
                <a:latin typeface="Aptos"/>
              </a:rPr>
              <a:t>VRIDHI</a:t>
            </a:r>
            <a:endParaRPr lang="en-IN" dirty="0"/>
          </a:p>
        </p:txBody>
      </p:sp>
      <p:sp>
        <p:nvSpPr>
          <p:cNvPr id="11" name="node1"/>
          <p:cNvSpPr>
            <a:spLocks noGrp="1"/>
          </p:cNvSpPr>
          <p:nvPr/>
        </p:nvSpPr>
        <p:spPr>
          <a:xfrm>
            <a:off x="8001000" y="1231488"/>
            <a:ext cx="1047750" cy="5143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node1t"/>
          <p:cNvSpPr>
            <a:spLocks noGrp="1"/>
          </p:cNvSpPr>
          <p:nvPr/>
        </p:nvSpPr>
        <p:spPr>
          <a:xfrm>
            <a:off x="8124825" y="1304925"/>
            <a:ext cx="8001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0B1F33"/>
                </a:solidFill>
                <a:latin typeface="Aptos"/>
              </a:rPr>
              <a:t>Cash flow</a:t>
            </a:r>
            <a:endParaRPr lang="en-IN" dirty="0"/>
          </a:p>
        </p:txBody>
      </p:sp>
      <p:sp>
        <p:nvSpPr>
          <p:cNvPr id="13" name="node2"/>
          <p:cNvSpPr>
            <a:spLocks noGrp="1"/>
          </p:cNvSpPr>
          <p:nvPr/>
        </p:nvSpPr>
        <p:spPr>
          <a:xfrm>
            <a:off x="10620375" y="2524125"/>
            <a:ext cx="1162050" cy="5143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node2t"/>
          <p:cNvSpPr>
            <a:spLocks noGrp="1"/>
          </p:cNvSpPr>
          <p:nvPr/>
        </p:nvSpPr>
        <p:spPr>
          <a:xfrm>
            <a:off x="10744200" y="2686050"/>
            <a:ext cx="93345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0B1F33"/>
                </a:solidFill>
                <a:latin typeface="Aptos"/>
              </a:rPr>
              <a:t>Climate</a:t>
            </a:r>
            <a:endParaRPr lang="en-IN"/>
          </a:p>
        </p:txBody>
      </p:sp>
      <p:sp>
        <p:nvSpPr>
          <p:cNvPr id="15" name="node3"/>
          <p:cNvSpPr>
            <a:spLocks noGrp="1"/>
          </p:cNvSpPr>
          <p:nvPr/>
        </p:nvSpPr>
        <p:spPr>
          <a:xfrm>
            <a:off x="8096250" y="4191000"/>
            <a:ext cx="1066800" cy="51435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node3t"/>
          <p:cNvSpPr>
            <a:spLocks noGrp="1"/>
          </p:cNvSpPr>
          <p:nvPr/>
        </p:nvSpPr>
        <p:spPr>
          <a:xfrm>
            <a:off x="8191500" y="4352925"/>
            <a:ext cx="904875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300" b="1" dirty="0">
                <a:solidFill>
                  <a:srgbClr val="0B1F33"/>
                </a:solidFill>
                <a:latin typeface="Aptos"/>
              </a:rPr>
              <a:t>Consent</a:t>
            </a:r>
            <a:endParaRPr lang="en-IN"/>
          </a:p>
        </p:txBody>
      </p:sp>
      <p:sp>
        <p:nvSpPr>
          <p:cNvPr id="17" name="side"/>
          <p:cNvSpPr>
            <a:spLocks noGrp="1"/>
          </p:cNvSpPr>
          <p:nvPr/>
        </p:nvSpPr>
        <p:spPr>
          <a:xfrm>
            <a:off x="7791450" y="5476875"/>
            <a:ext cx="3619500" cy="4953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900" b="1" dirty="0">
                <a:solidFill>
                  <a:srgbClr val="FFFFFF"/>
                </a:solidFill>
                <a:latin typeface="Aptos"/>
              </a:rPr>
              <a:t>Context â†’ explanation â†’</a:t>
            </a:r>
            <a:endParaRPr lang="en-IN"/>
          </a:p>
          <a:p>
            <a:pPr algn="l"/>
            <a:r>
              <a:rPr lang="en-IN" sz="1900" b="1" dirty="0">
                <a:solidFill>
                  <a:srgbClr val="FFFFFF"/>
                </a:solidFill>
                <a:latin typeface="Aptos"/>
              </a:rPr>
              <a:t>human decision</a:t>
            </a:r>
            <a:endParaRPr lang="en-IN"/>
          </a:p>
        </p:txBody>
      </p:sp>
      <p:sp>
        <p:nvSpPr>
          <p:cNvPr id="18" name="source"/>
          <p:cNvSpPr>
            <a:spLocks noGrp="1"/>
          </p:cNvSpPr>
          <p:nvPr/>
        </p:nvSpPr>
        <p:spPr>
          <a:xfrm>
            <a:off x="457200" y="6457950"/>
            <a:ext cx="100965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900" b="0" dirty="0">
                <a:solidFill>
                  <a:srgbClr val="6D7A87"/>
                </a:solidFill>
                <a:latin typeface="Aptos"/>
              </a:rPr>
              <a:t>Editable infographic cover: replace team placeholders in PowerPoint.</a:t>
            </a:r>
            <a:endParaRPr lang="en-IN"/>
          </a:p>
        </p:txBody>
      </p:sp>
      <p:sp>
        <p:nvSpPr>
          <p:cNvPr id="19" name="number"/>
          <p:cNvSpPr>
            <a:spLocks noGrp="1"/>
          </p:cNvSpPr>
          <p:nvPr/>
        </p:nvSpPr>
        <p:spPr>
          <a:xfrm>
            <a:off x="11334750" y="6438900"/>
            <a:ext cx="342900" cy="1524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r>
              <a:rPr lang="en-IN" sz="1000" b="1" dirty="0">
                <a:solidFill>
                  <a:srgbClr val="6D7A87"/>
                </a:solidFill>
                <a:latin typeface="Aptos"/>
              </a:rPr>
              <a:t>1</a:t>
            </a:r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"/>
          <p:cNvSpPr>
            <a:spLocks noGrp="1"/>
          </p:cNvSpPr>
          <p:nvPr/>
        </p:nvSpPr>
        <p:spPr>
          <a:xfrm>
            <a:off x="457200" y="476250"/>
            <a:ext cx="4381500" cy="20955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/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B1F33"/>
      </a:dk1>
      <a:lt1>
        <a:srgbClr val="FFFFFF"/>
      </a:lt1>
      <a:dk2>
        <a:srgbClr val="405368"/>
      </a:dk2>
      <a:lt2>
        <a:srgbClr val="F7FBFA"/>
      </a:lt2>
      <a:accent1>
        <a:srgbClr val="00A878"/>
      </a:accent1>
      <a:accent2>
        <a:srgbClr val="6DD6B0"/>
      </a:accent2>
      <a:accent3>
        <a:srgbClr val="3D8DFF"/>
      </a:accent3>
      <a:accent4>
        <a:srgbClr val="0B1F33"/>
      </a:accent4>
      <a:accent5>
        <a:srgbClr val="EAF7F1"/>
      </a:accent5>
      <a:accent6>
        <a:srgbClr val="F0F5F7"/>
      </a:accent6>
      <a:hlink>
        <a:srgbClr val="3D8DFF"/>
      </a:hlink>
      <a:folHlink>
        <a:srgbClr val="6D7A87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accent1"/>
        </a:solidFill>
        <a:solidFill>
          <a:schemeClr val="lt1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dk1"/>
          </a:solidFill>
          <a:prstDash val="solid"/>
        </a:ln>
        <a:ln w="12700">
          <a:solidFill>
            <a:schemeClr val="l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44</Words>
  <Application>Microsoft Office PowerPoint</Application>
  <PresentationFormat>Widescreen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varun gupta</cp:lastModifiedBy>
  <cp:revision>1</cp:revision>
  <dcterms:modified xsi:type="dcterms:W3CDTF">2026-09-04T04:57:24Z</dcterms:modified>
</cp:coreProperties>
</file>